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notesMasterIdLst>
    <p:notesMasterId r:id="rId1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notesMaster" Target="notesMasters/notesMaster1.xml"/><Relationship Id="rId119" Type="http://schemas.openxmlformats.org/officeDocument/2006/relationships/presProps" Target="presProps.xml"/><Relationship Id="rId120" Type="http://schemas.openxmlformats.org/officeDocument/2006/relationships/viewProps" Target="viewProps.xml"/><Relationship Id="rId121" Type="http://schemas.openxmlformats.org/officeDocument/2006/relationships/theme" Target="theme/theme1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0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:\Workplace\z_Temp\__tmp_slides__\slide_1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2026-05-29T03:37:09Z</dcterms:created>
  <dcterms:modified xsi:type="dcterms:W3CDTF">2026-05-29T03:37:09Z</dcterms:modified>
</cp:coreProperties>
</file>